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8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2945EF-02A0-40EC-8AE2-9B9E9BDF5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4B175B4-35A3-4658-A6D5-CA95910BE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FE66DA7-4480-4157-9366-E139F902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6F17CA9-52D4-4BB9-A2D8-183C7F5DD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3448197-06F6-43B4-97E4-B9F9956F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74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547A4A-275B-42EF-A7E5-F18FB982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D5138BC-7FD6-4A18-A474-27CDD17C3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C28FB3C-329D-44DC-B64D-0FBCFCE9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27D1E4D-EA53-4BF6-BA05-3DBDF451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9463630-B770-4576-872B-0A22CD5F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254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D204E0-0848-4C4F-B235-BD07245D2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3BC51F8-A2D3-4A65-921F-DBDCE9DD4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3AE65F2-080B-4602-AE1F-01C068F6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8F2B2D-9FE6-4335-BBFC-77FEE92C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48AAF42-6AA7-40DA-84E7-1484BE68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042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FC5EA8-EE9A-42C2-BA47-60A9232F3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EA5BF46-E4A9-48B6-B7D1-3EDE728D7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9A1BCB3-3365-4E67-9A66-420183D80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746AFCC-B9B3-45A9-B9F9-E68B49A0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3E049D-D409-4E76-9BB1-8DA32758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EAF6044-DD5D-4E30-B43E-57F1CDAD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795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D2F153-5B2E-4764-8CC2-298207C1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EFE1A9B-9991-421D-B277-4FC644968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6C6B411-7921-4602-9DA5-C2BC906EA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D719956-5598-4A0E-87ED-F919B6576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A47490B-3648-49CE-9689-8D5416915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2D397EE-0BCD-449F-8A40-7F239072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7FEEE3E-6AC6-44C1-80D1-797EC807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DADCBD6-F4C3-4995-A0BE-71357628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674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4FEF73-04F8-4364-982A-89A9DDB7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5498399-F014-4A38-B8DB-EAC72C9F8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7778DE6-ECD5-40C9-BA27-107F1B87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5F26942-F0F5-452B-B6C3-8CA7CB32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734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4159479-33E7-46B2-9A45-030A0088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E6867C7-8AB6-46B6-961B-661A968A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95CAD82-A350-4866-A3B2-AC60774EF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363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B67D48-A20E-475D-B8CB-DBCE5BEE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1B5AC12-0A5C-48A0-AD6C-9BB2B6ED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9DD7D47-61C4-4B90-9D50-273113B3F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FAB8129-A566-4241-9620-2F850D1F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AE67060-B91E-4214-BF52-1710C4DC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FB90CA8-FAB6-4B26-9331-C05B26F3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710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89A577-4790-421B-912F-F5C3FCBF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3AC8E80-DD7D-4638-B71E-3B0A7207B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9227B9A-5507-4687-8138-74EAE9841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648A781-6A14-491F-9613-648FDEDA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6E46CAB-04F0-4145-AB07-CE24FA4A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70EA8B-107A-49A1-9F93-4848D2A7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169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F44DEA-E3A1-4628-95DB-5B3DB3BF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4FA71C5-8F9B-4047-8EB2-E93DB00CC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7222E59-E0C4-414C-8A87-05C8CAB2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2581AEA-1417-4C10-BF6E-3D830236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497D5C9-1250-4511-86BC-574350DD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197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5E91BC3-C6E8-44B5-B843-B7005069B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91475E3-533F-4335-BD84-46C6CFE02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8B0198E-AE6A-410B-9117-009735E8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C234577-6CC0-4261-83CC-3C0CCA6F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B8F312-7CAA-43AF-B568-6B743C99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233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3138CD1-0909-43EF-982C-ABDF3F87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D2E6FCB-6119-4C28-B159-19041DECE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1048308-E825-486F-8D9D-5903CBC4A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06396-861C-4761-A8BE-1B6316678F4F}" type="datetimeFigureOut">
              <a:rPr lang="he-IL" smtClean="0"/>
              <a:t>כ"ח/תמוז/תשפ"ו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AFFA5C5-C7B5-414B-89F1-3FB0986C3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E3794D-5D6A-4FF4-AFAB-683FD39E7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7832E-583E-42AD-9DC1-686F2501A6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268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5D271631-8CF5-4841-8B84-BA090B5E41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גרפיקה 1" descr="כתר">
            <a:extLst>
              <a:ext uri="{FF2B5EF4-FFF2-40B4-BE49-F238E27FC236}">
                <a16:creationId xmlns:a16="http://schemas.microsoft.com/office/drawing/2014/main" id="{908333CF-D5CD-493A-99F1-6459268F083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9341" y="878541"/>
            <a:ext cx="5791200" cy="53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28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גרפיקה 1" descr="כתר">
            <a:extLst>
              <a:ext uri="{FF2B5EF4-FFF2-40B4-BE49-F238E27FC236}">
                <a16:creationId xmlns:a16="http://schemas.microsoft.com/office/drawing/2014/main" id="{2E84F555-0AD9-4AC9-B9DC-861274917F4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6941" y="753035"/>
            <a:ext cx="5791200" cy="536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3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1524B2C1-C38E-45B6-8833-02CE4442FC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גרפיקה 2" descr="כלי שחמט">
            <a:extLst>
              <a:ext uri="{FF2B5EF4-FFF2-40B4-BE49-F238E27FC236}">
                <a16:creationId xmlns:a16="http://schemas.microsoft.com/office/drawing/2014/main" id="{21744172-CAFF-4A5B-A1A9-5C47F989F51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2377" y="883023"/>
            <a:ext cx="5889811" cy="5091953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58DDF2CD-2B48-4226-B1C6-48FBDB457089}"/>
              </a:ext>
            </a:extLst>
          </p:cNvPr>
          <p:cNvSpPr/>
          <p:nvPr/>
        </p:nvSpPr>
        <p:spPr>
          <a:xfrm>
            <a:off x="7207624" y="1210234"/>
            <a:ext cx="2366682" cy="45002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901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גרפיקה 2" descr="כלי שחמט">
            <a:extLst>
              <a:ext uri="{FF2B5EF4-FFF2-40B4-BE49-F238E27FC236}">
                <a16:creationId xmlns:a16="http://schemas.microsoft.com/office/drawing/2014/main" id="{21744172-CAFF-4A5B-A1A9-5C47F989F51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2377" y="883023"/>
            <a:ext cx="5889811" cy="5091953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58DDF2CD-2B48-4226-B1C6-48FBDB457089}"/>
              </a:ext>
            </a:extLst>
          </p:cNvPr>
          <p:cNvSpPr/>
          <p:nvPr/>
        </p:nvSpPr>
        <p:spPr>
          <a:xfrm>
            <a:off x="7207624" y="1210234"/>
            <a:ext cx="2366682" cy="4500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3903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1524B2C1-C38E-45B6-8833-02CE4442FC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גרפיקה 2" descr="כלי שחמט">
            <a:extLst>
              <a:ext uri="{FF2B5EF4-FFF2-40B4-BE49-F238E27FC236}">
                <a16:creationId xmlns:a16="http://schemas.microsoft.com/office/drawing/2014/main" id="{21744172-CAFF-4A5B-A1A9-5C47F989F51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199" y="883023"/>
            <a:ext cx="5889811" cy="5091953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58DDF2CD-2B48-4226-B1C6-48FBDB457089}"/>
              </a:ext>
            </a:extLst>
          </p:cNvPr>
          <p:cNvSpPr/>
          <p:nvPr/>
        </p:nvSpPr>
        <p:spPr>
          <a:xfrm>
            <a:off x="2581835" y="1210234"/>
            <a:ext cx="2438401" cy="45002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75147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גרפיקה 2" descr="כלי שחמט">
            <a:extLst>
              <a:ext uri="{FF2B5EF4-FFF2-40B4-BE49-F238E27FC236}">
                <a16:creationId xmlns:a16="http://schemas.microsoft.com/office/drawing/2014/main" id="{21744172-CAFF-4A5B-A1A9-5C47F989F51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199" y="883023"/>
            <a:ext cx="5889811" cy="5091953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58DDF2CD-2B48-4226-B1C6-48FBDB457089}"/>
              </a:ext>
            </a:extLst>
          </p:cNvPr>
          <p:cNvSpPr/>
          <p:nvPr/>
        </p:nvSpPr>
        <p:spPr>
          <a:xfrm>
            <a:off x="2590800" y="1210234"/>
            <a:ext cx="2429436" cy="4500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9281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64395A05-1CF1-4349-8B4D-08D4DDFF68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450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812925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64395A05-1CF1-4349-8B4D-08D4DDFF68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45000" dirty="0">
                <a:solidFill>
                  <a:schemeClr val="tx1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387246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55F48EEA-B4DC-4EBA-8C58-4D16CEBCE5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5000" dirty="0"/>
              <a:t>👑</a:t>
            </a:r>
          </a:p>
        </p:txBody>
      </p:sp>
    </p:spTree>
    <p:extLst>
      <p:ext uri="{BB962C8B-B14F-4D97-AF65-F5344CB8AC3E}">
        <p14:creationId xmlns:p14="http://schemas.microsoft.com/office/powerpoint/2010/main" val="355558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55F48EEA-B4DC-4EBA-8C58-4D16CEBCE5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5000" dirty="0">
                <a:solidFill>
                  <a:schemeClr val="tx1"/>
                </a:solidFill>
              </a:rPr>
              <a:t>👑</a:t>
            </a:r>
          </a:p>
        </p:txBody>
      </p:sp>
    </p:spTree>
    <p:extLst>
      <p:ext uri="{BB962C8B-B14F-4D97-AF65-F5344CB8AC3E}">
        <p14:creationId xmlns:p14="http://schemas.microsoft.com/office/powerpoint/2010/main" val="2470369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669EC88C-8F4A-480D-891A-443A977C7268}"/>
              </a:ext>
            </a:extLst>
          </p:cNvPr>
          <p:cNvSpPr/>
          <p:nvPr/>
        </p:nvSpPr>
        <p:spPr>
          <a:xfrm>
            <a:off x="11654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35000" dirty="0"/>
          </a:p>
        </p:txBody>
      </p:sp>
      <p:pic>
        <p:nvPicPr>
          <p:cNvPr id="8" name="גרפיקה 7" descr="טייס">
            <a:extLst>
              <a:ext uri="{FF2B5EF4-FFF2-40B4-BE49-F238E27FC236}">
                <a16:creationId xmlns:a16="http://schemas.microsoft.com/office/drawing/2014/main" id="{0189CE5A-BA7E-40E3-A457-BC3538193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7600" y="1434353"/>
            <a:ext cx="4549906" cy="45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2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גרפיקה 7" descr="טייס">
            <a:extLst>
              <a:ext uri="{FF2B5EF4-FFF2-40B4-BE49-F238E27FC236}">
                <a16:creationId xmlns:a16="http://schemas.microsoft.com/office/drawing/2014/main" id="{0189CE5A-BA7E-40E3-A457-BC3538193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7600" y="1434353"/>
            <a:ext cx="4549906" cy="45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7777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</Words>
  <Application>Microsoft Office PowerPoint</Application>
  <PresentationFormat>מסך רחב</PresentationFormat>
  <Paragraphs>4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user1</dc:creator>
  <cp:lastModifiedBy>user1</cp:lastModifiedBy>
  <cp:revision>4</cp:revision>
  <dcterms:created xsi:type="dcterms:W3CDTF">2026-07-13T16:53:32Z</dcterms:created>
  <dcterms:modified xsi:type="dcterms:W3CDTF">2026-07-13T17:12:55Z</dcterms:modified>
</cp:coreProperties>
</file>